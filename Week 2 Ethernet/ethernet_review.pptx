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822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Ethernet &amp;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 Self-Learning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EC441 — Introduction to Computer Networking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Mathis Souef-Myers  |  Professor Carruthers  |  Spring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Ethernet Frame Format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 — What's inside every Ethernet frame?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05840" cy="822960"/>
          </a:xfrm>
          <a:prstGeom prst="rect">
            <a:avLst/>
          </a:prstGeom>
          <a:solidFill>
            <a:srgbClr val="007EA7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276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554480"/>
            <a:ext cx="640080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6276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965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554480"/>
            <a:ext cx="118872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6276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1188720" cy="822960"/>
          </a:xfrm>
          <a:prstGeom prst="rect">
            <a:avLst/>
          </a:prstGeom>
          <a:solidFill>
            <a:srgbClr val="388E3C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822960" cy="822960"/>
          </a:xfrm>
          <a:prstGeom prst="rect">
            <a:avLst/>
          </a:prstGeom>
          <a:solidFill>
            <a:srgbClr val="FF8C42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2763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554480"/>
            <a:ext cx="2286000" cy="822960"/>
          </a:xfrm>
          <a:prstGeom prst="rect">
            <a:avLst/>
          </a:prstGeom>
          <a:solidFill>
            <a:srgbClr val="7B1FA2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627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46-1500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0" y="1554480"/>
            <a:ext cx="822960" cy="822960"/>
          </a:xfrm>
          <a:prstGeom prst="rect">
            <a:avLst/>
          </a:prstGeom>
          <a:solidFill>
            <a:srgbClr val="FF5252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62763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3931920" cy="105156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743200"/>
            <a:ext cx="64008" cy="10515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090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48-bit, written in hex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A4:C3:F0:85:AC:2D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= first 3 bytes (manufacturer)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43200"/>
            <a:ext cx="3931920" cy="105156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743200"/>
            <a:ext cx="64008" cy="10515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Address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090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FF:FF:FF:FF:FF:FF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hosts on the LAN receive it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ARP requests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3931920" cy="105156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931920"/>
            <a:ext cx="64008" cy="10515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Frame Size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4279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64 bytes (CSMA/CD)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1518 bytes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preamble &amp; SFD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931920"/>
            <a:ext cx="3931920" cy="105156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931920"/>
            <a:ext cx="64008" cy="10515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 (CRC-32)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4279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Dst, Src, Type, Payload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cover preamble/SFD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detected → frame dropped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ARP: Address Resolution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host find the MAC address for a given IP?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41148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ARP Request (Broadcast)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116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116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FF:FF:FF:FF:FF:FF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AA:AA:AA:AA:AA:AA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has 10.0.0.2?"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ALL hosts on the LAN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28600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0" y="1463040"/>
            <a:ext cx="3931920" cy="201168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0" y="1463040"/>
            <a:ext cx="393192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8"/>
          <p:cNvSpPr/>
          <p:nvPr/>
        </p:nvSpPr>
        <p:spPr>
          <a:xfrm>
            <a:off x="516636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ARP Reply (Unicast)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0116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20116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AA:AA:AA:AA:AA:AA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BB:BB:BB:BB:BB:BB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"10.0.0.2 is at BB:BB:..."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 back to requester only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794760"/>
            <a:ext cx="8412480" cy="1051560"/>
          </a:xfrm>
          <a:prstGeom prst="rect">
            <a:avLst/>
          </a:prstGeom>
          <a:solidFill>
            <a:srgbClr val="11284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85800" y="38404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cache: ~20 min TTL  •  ARP only works within a subnet  •  Cross-subnet: use default gateway's MAC as Ethernet dst (IP dst unchanged)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Cross-Subnet: MAC vs. 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hop-by-hop, and what stays the same?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11284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(10.0.0.1) sends an IP packet to Host C (192.168.5.1) on a different subnet, via Router 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3931920" cy="182880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286000"/>
            <a:ext cx="3931920" cy="38404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304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1: A → Router 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Src: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 MAC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Dst: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Router's MAC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Src: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10.0.0.1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Dst: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192.168.5.1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ARPs for the router (gateway), not C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01752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2286000"/>
            <a:ext cx="3931920" cy="182880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29200" y="2286000"/>
            <a:ext cx="3931920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0"/>
          <p:cNvSpPr/>
          <p:nvPr/>
        </p:nvSpPr>
        <p:spPr>
          <a:xfrm>
            <a:off x="5166360" y="2304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2: Router R → C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212080" y="27432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Src: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Router's MAC (new!)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Dst: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C's MAC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Src: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10.0.0.1  (unchanged)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Dst: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192.168.5.1  (unchanged)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rewrites MAC header each hop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389120"/>
            <a:ext cx="64008" cy="5486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44074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 are end-to-end (never change). MAC addresses are hop-by-hop (rewritten at every router).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 Self-Learning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simple rules govern every switch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0020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600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LEARN from 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incoming frame, record the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MAC → ingress port.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forwarding table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over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160020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17320"/>
            <a:ext cx="64008" cy="16002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FORWARD by destination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destination → send to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port only.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destination → flood out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ports except ingress.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Trace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2606040" cy="123444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94760"/>
            <a:ext cx="320040" cy="3200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1422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port 1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(B unknown)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{A→1}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703320"/>
            <a:ext cx="2606040" cy="123444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379476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41422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port 2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 (A known)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{A→1, B→2}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703320"/>
            <a:ext cx="2606040" cy="123444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794760"/>
            <a:ext cx="320040" cy="3200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41422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A→1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(C unknown)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{A→1, B→2}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64 Bytes Minimum?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CSMA/CD requires a minimum frame size to detect collisions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3931920" cy="219456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417320"/>
            <a:ext cx="64008" cy="219456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8288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frame is too short, the sender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 transmitting before the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signal travels back.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wouldn't know a collision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happened — data is silently lost.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931920" cy="219456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17320"/>
            <a:ext cx="64008" cy="21945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1828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2τ × 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d/v  (one-way prop delay)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2τ = round-trip time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link rate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Mb/s, 2500 m: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12.5 μs → 2τ = 25 μs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25μs × 10Mb/s = 250 bits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1284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3886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64 bytes, not 32?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gives 250 bits (≈32 bytes), but IEEE 802.3 specifies 512 bits (64 bytes). The extra margin accounts for repeater delays, transceiver cable lengths, and a safety buffer. Modern full-duplex Ethernet doesn't need CSMA/CD, but the 64-byte minimum persists in the standard.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Ethernet Speeds &amp; Broadcast Storms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Evolution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863840" cy="0"/>
          </a:xfrm>
          <a:prstGeom prst="line">
            <a:avLst/>
          </a:prstGeom>
          <a:noFill/>
          <a:ln w="25400">
            <a:solidFill>
              <a:srgbClr val="007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182880" cy="18288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Mb/s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9144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874520"/>
            <a:ext cx="182880" cy="18288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Mb/s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4B5B + MLT-3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182880" cy="18288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Gb/s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4D-PAM5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874520"/>
            <a:ext cx="182880" cy="18288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10-400 Gb/s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Problem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46120"/>
            <a:ext cx="64008" cy="1645920"/>
          </a:xfrm>
          <a:prstGeom prst="rect">
            <a:avLst/>
          </a:prstGeom>
          <a:solidFill>
            <a:srgbClr val="FF5252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33756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Storm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" y="3657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causes broadcast frames to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forever. Each switch forwards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endlessly, consuming 100%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and crashing the network.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3246120"/>
            <a:ext cx="64008" cy="164592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33756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98348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Protocol (STP)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983480" y="3657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802.1D. Switches elect a root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and block redundant links,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loop-free tree. Blocked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reactivate if a link fails.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237744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CSMA/CD (Classic Ethernet)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Sense channel; transmit if idle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Collision → jam (48 bits), abort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Binary exponential backoff: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 ∈ [0, 2^min(k,10) − 1]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frame = 2τR = 64 bytes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Modern: full-duplex switched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CSMA/CD not used in practice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1A345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64008" cy="23774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&amp; Facts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48-bit (6 bytes)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bytes (manufacturer)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0x0800: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0x0806: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of 10101010... (PLL sync)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10101011 (start of frame)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cache TTL: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minutes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collisions: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 then frame dropped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1284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40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Switch Rules — All You Need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LEARN from the source MAC (record source → ingress port)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FORWARD by destination: known → that port  |  unknown → flood all other ports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Ethernet &amp; Switch Self-Learning</dc:title>
  <dc:subject>PptxGenJS Presentation</dc:subject>
  <dc:creator>Mathis Souef-Myers</dc:creator>
  <cp:lastModifiedBy>Mathis Souef-Myers</cp:lastModifiedBy>
  <cp:revision>1</cp:revision>
  <dcterms:created xsi:type="dcterms:W3CDTF">2026-03-30T01:31:09Z</dcterms:created>
  <dcterms:modified xsi:type="dcterms:W3CDTF">2026-03-30T01:31:09Z</dcterms:modified>
</cp:coreProperties>
</file>